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시딩 단독 성과. 평균 원고료 24.7만원(총 5.28억÷2,139건), 1만뷰 이상 743건(34.7%), 최대 조회수 84.6만뷰(브링그린 26.02.10), 단일 최저 CPV 0.33원(아이디얼포맨 26.01.30), 평균 CPV 10.2원.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파트너십 광고 연결 성과. 평균 CPE 1,441원, 평균 ROAS 530%(광고비 2.68억÷매출 14.2억), 단일 소재 최대 ROAS 1,297%(브링그린 26.07.30, 광고비 100만원 이상 기준), 평균 CPA 3,409원.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분포 요약. 모수는 전체 2,139건. 히어로: 5만뷰 이상 255건(11.9%)이 전체 조회수의 70.4%. 매출: 상위 2건이 전체 매출의 9.0%. 글로벌: 일본 99 + 미국 68 = 167건.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3108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64592" y="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31089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0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2,139건 · 조회수 데이터 2,050건 (IMD 26.09.04)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2026 BAT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시딩 자체 성과만으로도 유의미한 도달을 확보하고 있습니다.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264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C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원고료 딜메이킹 기반의 효율적 단가와 히어로 콘텐츠 발생률 확인 가능.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072579" cy="4114800"/>
          </a:xfrm>
          <a:prstGeom prst="roundRect">
            <a:avLst>
              <a:gd name="adj" fmla="val 264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단가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43200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43.5만원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813048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세금계산서 기준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931,288,075원 ÷ 2,139건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4754880"/>
            <a:ext cx="1816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크리에이터 원고료 기준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24.7만원 (총 5.28억원)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UGC 협업 최다 아이디얼포맨 737건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04099" y="1965960"/>
            <a:ext cx="2072579" cy="4114800"/>
          </a:xfrm>
          <a:prstGeom prst="roundRect">
            <a:avLst>
              <a:gd name="adj" fmla="val 264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77251" y="2167128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1만뷰 이상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49819" y="2743200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36.2%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2913827" y="3813048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743건 / 2,050건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32115" y="4754880"/>
            <a:ext cx="1816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조회수 분포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50만뷰 이상 : 6건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10만뷰 이상 : 167건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5만뷰 이상 : 255건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59558" y="1965960"/>
            <a:ext cx="2072579" cy="4114800"/>
          </a:xfrm>
          <a:prstGeom prst="roundRect">
            <a:avLst>
              <a:gd name="adj" fmla="val 264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2710" y="2167128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조회수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05278" y="2743200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84.6만뷰</a:t>
            </a:r>
            <a:endParaRPr lang="en-US" sz="3300" dirty="0"/>
          </a:p>
        </p:txBody>
      </p:sp>
      <p:sp>
        <p:nvSpPr>
          <p:cNvPr id="23" name="Text 21"/>
          <p:cNvSpPr txBox="1"/>
          <p:nvPr/>
        </p:nvSpPr>
        <p:spPr>
          <a:xfrm>
            <a:off x="5169286" y="3813048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브링그린 (26.02.10)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187574" y="4754880"/>
            <a:ext cx="1816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50만뷰 이상 6건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 바이오힐보 76.5만뷰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(26.05.19)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017" y="1965960"/>
            <a:ext cx="2072579" cy="4114800"/>
          </a:xfrm>
          <a:prstGeom prst="roundRect">
            <a:avLst>
              <a:gd name="adj" fmla="val 264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169" y="2167128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 CPV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737" y="2743200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0.33원</a:t>
            </a:r>
            <a:endParaRPr lang="en-US" sz="3300" dirty="0"/>
          </a:p>
        </p:txBody>
      </p:sp>
      <p:sp>
        <p:nvSpPr>
          <p:cNvPr id="28" name="Text 26"/>
          <p:cNvSpPr txBox="1"/>
          <p:nvPr/>
        </p:nvSpPr>
        <p:spPr>
          <a:xfrm>
            <a:off x="7424745" y="3813048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아이디얼포맨 (26.01.30)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443033" y="4754880"/>
            <a:ext cx="1816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단일 콘텐츠 기준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평균 CPV 최저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브링그린 4.27원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70476" y="1965960"/>
            <a:ext cx="2072579" cy="4114800"/>
          </a:xfrm>
          <a:prstGeom prst="roundRect">
            <a:avLst>
              <a:gd name="adj" fmla="val 264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3628" y="2167128"/>
            <a:ext cx="1926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CPV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16196" y="2743200"/>
            <a:ext cx="1981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A3E6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9.4원</a:t>
            </a:r>
            <a:endParaRPr lang="en-US" sz="3300" dirty="0"/>
          </a:p>
        </p:txBody>
      </p:sp>
      <p:sp>
        <p:nvSpPr>
          <p:cNvPr id="33" name="Text 31"/>
          <p:cNvSpPr txBox="1"/>
          <p:nvPr/>
        </p:nvSpPr>
        <p:spPr>
          <a:xfrm>
            <a:off x="9680204" y="3813048"/>
            <a:ext cx="1853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12개 브랜드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698492" y="4754880"/>
            <a:ext cx="18165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건당 평균 조회수 최고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필리밀리 50,126뷰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건당 조회수 25,304뷰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3108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64592" y="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31089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0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2,139건 · 조회수 데이터 2,050건 (IMD 26.09.04)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2026 BAT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파트너십 광고와 연결했을 때는 보다 극대화된 시너지를 창출하고 있습니다.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264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C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지수를 포함한 ROAS, CPA 등 우수한 세일즈 스코어 확인 가능.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67864" cy="4114800"/>
          </a:xfrm>
          <a:prstGeom prst="roundRect">
            <a:avLst>
              <a:gd name="adj" fmla="val 213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432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1,334원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813048"/>
            <a:ext cx="234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12개 브랜드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원고료 ÷ 총 참여 366,236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4754880"/>
            <a:ext cx="2311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브랜드 최고 참여율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라운드어라운드 1.73%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 최고 아이디얼포맨 1.08%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90824" y="1965960"/>
            <a:ext cx="2567864" cy="4114800"/>
          </a:xfrm>
          <a:prstGeom prst="roundRect">
            <a:avLst>
              <a:gd name="adj" fmla="val 213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63976" y="216712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ROAS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36544" y="27432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530%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3500552" y="3813048"/>
            <a:ext cx="234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OYPB 12개 브랜드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광고비 2.68억원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518840" y="4754880"/>
            <a:ext cx="2311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브랜드 최고 ROAS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필리밀리 866%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매출 14.2억원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3008" y="1965960"/>
            <a:ext cx="2567864" cy="4114800"/>
          </a:xfrm>
          <a:prstGeom prst="roundRect">
            <a:avLst>
              <a:gd name="adj" fmla="val 213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6160" y="216712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ROAS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27432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1,297%</a:t>
            </a:r>
            <a:endParaRPr lang="en-US" sz="3300" dirty="0"/>
          </a:p>
        </p:txBody>
      </p:sp>
      <p:sp>
        <p:nvSpPr>
          <p:cNvPr id="23" name="Text 21"/>
          <p:cNvSpPr txBox="1"/>
          <p:nvPr/>
        </p:nvSpPr>
        <p:spPr>
          <a:xfrm>
            <a:off x="6342736" y="3813048"/>
            <a:ext cx="234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 100만원 이상 단일 소재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브링그린 (26.07.30)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61024" y="4754880"/>
            <a:ext cx="2311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10만원 이상 소진 기준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ROAS 브링그린 3,681%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(26.07.28)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5191" y="1965960"/>
            <a:ext cx="2567864" cy="4114800"/>
          </a:xfrm>
          <a:prstGeom prst="roundRect">
            <a:avLst>
              <a:gd name="adj" fmla="val 2137"/>
            </a:avLst>
          </a:prstGeom>
          <a:solidFill>
            <a:srgbClr val="1E1E1E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8343" y="216712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CPA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20911" y="27432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3,409원</a:t>
            </a:r>
            <a:endParaRPr lang="en-US" sz="3300" dirty="0"/>
          </a:p>
        </p:txBody>
      </p:sp>
      <p:sp>
        <p:nvSpPr>
          <p:cNvPr id="28" name="Text 26"/>
          <p:cNvSpPr txBox="1"/>
          <p:nvPr/>
        </p:nvSpPr>
        <p:spPr>
          <a:xfrm>
            <a:off x="9184919" y="3813048"/>
            <a:ext cx="2348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구매 78,515건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집행 331건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203207" y="4754880"/>
            <a:ext cx="2311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 : 최저 CPA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필리밀리 1,129원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3108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64592" y="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310896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0"/>
            <a:ext cx="3962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2,139건 · 조회수 데이터 2,050건 (IMD 26.09.04)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2026 BAT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최우수 성과를 한 눈에 보면 다음과 같습니다.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2646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C8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조회수·ROAS·매출 분포 모수 = 조회수 데이터 보유 2,050건 · 글로벌 시딩은 전체 2,139건 기준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567864" cy="4114800"/>
          </a:xfrm>
          <a:prstGeom prst="roundRect">
            <a:avLst>
              <a:gd name="adj" fmla="val 3561"/>
            </a:avLst>
          </a:prstGeom>
          <a:solidFill>
            <a:srgbClr val="3F3F3F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22199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히어로 콘텐츠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3464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008740" y="283464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9699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50만 이상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008740" y="339699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59352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30만 이상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008740" y="3959352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21708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 이상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008740" y="4521708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167건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84064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5만 이상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008740" y="5084064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255건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64642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 이상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008740" y="564642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743건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20877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 수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008740" y="620877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2,050건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90824" y="1965960"/>
            <a:ext cx="2567864" cy="4114800"/>
          </a:xfrm>
          <a:prstGeom prst="roundRect">
            <a:avLst>
              <a:gd name="adj" fmla="val 3561"/>
            </a:avLst>
          </a:prstGeom>
          <a:solidFill>
            <a:srgbClr val="3F3F3F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63976" y="222199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기준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573704" y="283464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850924" y="283464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573704" y="339699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1,000% 이상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850924" y="339699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25건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573704" y="3959352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이상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850924" y="3959352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49건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573704" y="4521708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600% 이상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850924" y="4521708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86건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573704" y="5084064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500% 이상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850924" y="5084064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118건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573704" y="564642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300% 이상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850924" y="564642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172건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573704" y="620877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 수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850924" y="620877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2,050건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33008" y="1965960"/>
            <a:ext cx="2567864" cy="4114800"/>
          </a:xfrm>
          <a:prstGeom prst="roundRect">
            <a:avLst>
              <a:gd name="adj" fmla="val 3561"/>
            </a:avLst>
          </a:prstGeom>
          <a:solidFill>
            <a:srgbClr val="3F3F3F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6160" y="222199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 기준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15888" y="283464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93108" y="283464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15888" y="339699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5천만원 이상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693108" y="339699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415888" y="3959352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3천만원 이상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693108" y="3959352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6415888" y="4521708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1천만원 이상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693108" y="4521708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42건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415888" y="5084064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5백만원 이상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693108" y="5084064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82건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415888" y="564642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1백만원 이상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7693108" y="564642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185건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15888" y="620877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 수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7693108" y="620877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2,050건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075191" y="1965960"/>
            <a:ext cx="2567864" cy="4114800"/>
          </a:xfrm>
          <a:prstGeom prst="roundRect">
            <a:avLst>
              <a:gd name="adj" fmla="val 3561"/>
            </a:avLst>
          </a:prstGeom>
          <a:solidFill>
            <a:srgbClr val="3F3F3F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8343" y="222199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시딩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9258071" y="283464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10535292" y="283464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258071" y="339699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10535292" y="339699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1,972건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9258071" y="3959352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10535292" y="3959352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99건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9258071" y="4521708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10535292" y="4521708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4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68건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9258071" y="5084064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10535292" y="5084064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9258071" y="5646420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10535292" y="5646420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72" name="Text 70"/>
          <p:cNvSpPr txBox="1"/>
          <p:nvPr/>
        </p:nvSpPr>
        <p:spPr>
          <a:xfrm>
            <a:off x="9258071" y="6208776"/>
            <a:ext cx="127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합</a:t>
            </a: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10535292" y="6208776"/>
            <a:ext cx="924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2,139건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1447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글로벌 89건(미국 68 · 일본 26.09 21)은 조회수 데이터가 없어 분포 판정 불가 → 위 건수는 하한이며 데이터 확보 시 증가 · ROAS는 광고비 10만원 이상 집행 건(242건)에서만 카운트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올리브영 PB UGC 시딩 성과</dc:title>
  <dc:subject>PptxGenJS Presentation</dc:subject>
  <dc:creator>BAT</dc:creator>
  <cp:lastModifiedBy>BAT</cp:lastModifiedBy>
  <cp:revision>1</cp:revision>
  <dcterms:created xsi:type="dcterms:W3CDTF">2026-09-04T13:00:10Z</dcterms:created>
  <dcterms:modified xsi:type="dcterms:W3CDTF">2026-09-04T13:00:10Z</dcterms:modified>
</cp:coreProperties>
</file>